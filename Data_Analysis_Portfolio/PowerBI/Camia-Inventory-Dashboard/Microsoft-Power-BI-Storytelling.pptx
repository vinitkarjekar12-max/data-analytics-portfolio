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ea540800-37db-47f4-8702-f72169c6dcef}">
  <we:reference id="WA200003233" version="2.0.0.3" store="en-US" storeType="OMEX"/>
  <we:alternateReferences/>
  <we:properties>
    <we:property name="Microsoft.Office.CampaignId" value="&quot;none&quot;"/>
    <we:property name="reportUrl" value="&quot;/links/eZMwb4f-Jz?ctid=a2238d93-b198-48db-ac8c-6ecb2142668f&amp;pbi_source=linkShare&amp;fromEntryPoint=share&quot;"/>
    <we:property name="reportState" value="&quot;CONNECTED&quot;"/>
    <we:property name="artifactViewState" value="&quot;live&quot;"/>
    <we:property name="reportEmbeddedTime" value="&quot;2026-03-31T05:53:48.114Z&quot;"/>
    <we:property name="creatorSessionId" value="&quot;fe7950f0-b7d2-4a23-95c5-082996a598b8&quot;"/>
    <we:property name="creatorUserId" value="&quot;10032004C08B0336&quot;"/>
    <we:property name="creatorTenantId" value="&quot;a2238d93-b198-48db-ac8c-6ecb2142668f&quot;"/>
    <we:property name="pageDisplayName" value="&quot;Page 1&quot;"/>
    <we:property name="reportName" value="&quot;PNP Inventory Performance Dashboard_1&quot;"/>
    <we:property name="isVisualContainerHeaderHidden" value="false"/>
    <we:property name="isFiltersActionButtonVisible" value="true"/>
    <we:property name="initialStateBookmark" value="&quot;H4sIAAAAAAAAA+1aXU8bOxD9K9G+9CW68n5veKMUpKoX+hFEHyqEZu3ZsO1mvXfXS0lR/vsd20kKIWnSpIFwdSUksvbEPnNmPHO8cOeIvKkKGJ3BEJ0D57WU34ZQf+sETtcpJ2Pv3787Pfz07urs8PSYhmWlclk2zsGdo6AeoLrImxYKvQINfrnsOlAUH2CgnzIoGuw6FdaNLKHIf6A1pilVtzjuOnhbFbIGvWRfgUK97A2Z0zPt7f7l047AVX6DfeTKjmISZWHPR6+XJhFPPS+MIjJrrIFBttBEL222P5KlgrykbfSYl3kp+iBcwVPWS93IxVSPZ3mhJibp6Pi2qsk78nlUaVYOxQ2UHIVjXKixsYjvnFOEpq2NH8cPJvqyrTl+wsxMlSpXI71OVWEpXGdMXHyoJTFlhk9Pzjqf8AbLFs3Utfx+VCPxI5wDNr6kkSYvB8WEzp+enVt0HGqNTKZfiRPtAX1B1gLr1yPjxJu8nrLpdedw7sIBQkzTvuBxj2MWepyFiSuYF4jnJvpcKiheNtXzLliyA49nnp+gcBOufxhjz57VJ68PXzbVDx2wREdu6HKgjHY5I5Yxhbi3kuhzWZ2RK9ZGm1xMax4hP6nl0BhPqnLTpv+0WI+ceaf60wn6/HH64VcrVXqJqY/kl2i5urKVu+tYltm4OzOH++ZTSn4aUqnvY0GUmy2OZNEOyxUE2weDZI7aCZqORUNzEwxZjoVw9F7v/2ioZ0hg9Xnq6ng5B+FYW1rvvXs0rcUqLfL5GjUsw1UpcjWB9XaOtGYHdBofIC1w+RKzLBuPTWrPl4C1AC2hYQW4+UrQfTHVv8rx6BpqtW8dYCqayOjrPVl0RI4NZD1aP8M2C+ilOSlR4scQewH4Xpj6PgPmrq6ME4g5J7a3S8ElZPWv86qjC2PHCs4Not4UOaeyfT/mzhBJC+sPjSmJBhl5VdmNczRGjSLHVN+sPS2dd8ZJ/fvvnGix211A0ZrqpwX09ESOl0TVGP9G1fh9hmw849gPvDQQcRomSRrGyGN8bklhU9+0hkWVZANNoRdJPDeJ3MwPYjdMAUH0omcXT4c3gyvj55VNjhcpoB47YfO6l7khuLEfirDnspALSON9FVE7VEWPtMhnqPFatg123oo9EEWzczbTRP4STbSapB2qoRU0PrkYWnIY5lA9swraooYWbUMnEIVlZW8E0YNs/dN6aL2Y2sYJwJMoigOfCeDohxA//138HG47hqaX2Ujuw7ctJPWZj5iKMPADnrDAgwSeUG1udeHZTnEKULBAbA6lwBXy8tUb+oaQ38tXO9OYG9wbeBxHEIsYIuZxlvRcwfzlkZy8phZxEgRBjwlGNw4eeUFgjs7COK+nGDZuYWdSPWZnJ33tvIayAROljsFlSt0sVl8WB/2kRlq6KqgWDbFUOvaXl7tsdAtgbtDsDgeDGgcwZfn4iXCetOWklIUbHFwhy1Zt1RH3we0nbKCLUtpWBR6KLMiYCwETdP/sQRqaO/Wv6Fd4q1J5+/iGl3FPJDFVC4YsEjxOmbf6bxFP827iXO7ozcQf7BPd/8prjntk2zTLELyU2g7zI8q0HgOXRf/fRH+ydaR32+Ymun09Ww7yYwuWjocVjK3xEn+/LqwP2d6XC+scqr3s4ctT4LeLaZGXSMWBf5vdbOUwlXvezH99BJ6oic+nr0nK8eKuJFvVVCRFP0CJC3oJ5Q+UAsWKDqL/ncQxe1AI88lRWcN+Au5fyAjfNwkjAAA=&quot;"/>
    <we:property name="bookmark" value="&quot;H4sIAAAAAAAAA+1abU8bORD+K9F+6Zfo5H3f5RulIFW6crRB7YcKVWN7NmzZrPf2hZJD+e83tpMUQtLQhEA4nYRE1p7Yzzwznnm8cOvIvKkKGJ/CCJ0D561SVyOor3qB03dKO5Ym3ItTP0Y/jLIwCkNMU5pVVZursnEObp0W6iG2n/Omg0IvRINfL/oOFMUZDPVTBkWDfafCulElFPk/aI1pqq07nPQdvKkKVYNectBCi3rZazKnZ4Lg/uHTjiDa/BoHKFo7ignhSX30Up5EgnteGEVk1lgDg2ypiV7abH+kyhbykrbRY17mcfRBulJwlnI3cpHr8Swv2qkJHx/fVDV5Rz6PK03OobyGUqB0jAs1NhbxrfMBoelq48fxvYmB6mqBnzAzU2Wbt2O9TlVhKV1nQlyc1YqYMsMfTk57n/Aayw7N1KX6cVQj8SOdAza5oJEmL4fFlM6fnp1bdAJqjUzx78SJ9oC+oGqJ9duxceJdXs/Y9PoLOHfhACGmaV+KOBWYhZ5gYeJK5gXypYk+Vy0Ur5vqRRcs2YEnMs9PULqJ0D+MsRfP6pO3h6+b6vsOWKIjN3QFUEa7ghHLyCFO1xJ9rqpTcsXaaJPPs5pHyE9qNTLG0+LcdPzvDuuxs+jUYDZBnz/OPvxqpUovMfOR/JKdaL/Zyt13LMts0p+bw13zGSU/DanUD7Agys0WR6roRuUagu2DQbJA7RRNz6KhuSmGLMdCOnqvv5401HMksP489XW8nINwoi2t994dmh7FKi3y5RI1LMNVKfN2Cuv9AmnNDug0PgAvcPUS8yybTExqL5aARwFaQcMacIuVoP9qqn+V49El1O2+dYCZaCKj73dk0RE5NlT1+PEZtllAL8xJiRI/htgLwPdC7vsMmLu+Mk4h5oLY3i4FV5A1uMyrni6MPSs4N4h6U+SCyvbdmDsjJC2sPzSmJBpk5FVlN87RGDUtOdYOzNqz0nlrnNS//8yJFrvdZyg6U/20gJ6dyMmKqBrj36gav8+QjWcc+4HHAxnzMEl4GKOI8aUlhU190xqWVZINNIVeJPHcJHIzP4jdkAOCTKMXF0+H18Nvxs9vNjlepYB66ITN6zRzQ3BjP5Rh6rJQSODxvoqoHaqiB1rkC9R4qboGe+/lHoii+TmbayJ/hSZaT9IO1dAaGp9dDK04DAuoXlgFbVFDi66hE4jSsrI3guhetj61HnpcTG3jBBBJFMWBzyQI9EOIX/4ufg43PUPT62wkd+HbFsJ95iNyGQZ+IBIWeJDAM6rNrS482ylOCS0sEZsjJXGNvHzzjr4h1Y/yzc405gb3BhHHEcQyhoh5giWpK5m/OpLTt9UyToIgSJlkdOMQkRcE5ugsjfPjFMPGLexUtQ/Z2UlfO6+hbMBEqWdwmVI3j9XX5UE/qZGWrgqqRSMsWx37i4tdNrolMDdodofDYY1DmLF8/Ew4T7pyWsrCDQ6uVGXXbtUR98HtZ2ygy1LaVgURyizImAsBk3T/TIGH5k79K/pbvGm5unl4w8uEJ5OYqgVDFkkRc+at/1vE87ybOFc7ejPxhH2i/195zXGHbJtmGYLHqe0wP6JMSxm4LPr/JvqTrSO92zY30e3r2WqQHzuwdNyvYOwRL/H368J6n+19ubAuoNrLHr46BX67mBZ5iVQcxNX8ZqtGXO15M//1EXimJr6YviYpJ8u7kurapiIpegYlLukllD9QSpRrOoj+d5J5A5lM/gX/4Wmz4CIAAA==&quot;"/>
    <we:property name="datasetId" value="&quot;69aa58de-1604-41b7-ba9c-6335fd876ad7&quot;"/>
    <we:property name="embedUrl" value="&quot;/reportEmbed?reportId=77f58fb0-8402-4d3c-991f-9e596177e9d6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86868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84</Words>
  <Application>Microsoft Office PowerPoint</Application>
  <PresentationFormat>Widescreen</PresentationFormat>
  <Paragraphs>10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vinit karjekar</cp:lastModifiedBy>
  <cp:revision>3</cp:revision>
  <dcterms:created xsi:type="dcterms:W3CDTF">2018-06-07T21:39:02Z</dcterms:created>
  <dcterms:modified xsi:type="dcterms:W3CDTF">2026-03-31T05:56:03Z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